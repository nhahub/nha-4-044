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Purchase Funnel: Stage-by-Stage Conversion Rates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iiiiiiiiii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clusteredColumnChart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tableEx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advancedSlicerVisual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advancedSlicerVisual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b57e451e-7a65-4437-bc2b-0a6aa1d83bff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bf55531e24f64c16" /><Relationship Type="http://schemas.openxmlformats.org/officeDocument/2006/relationships/slideLayout" Target="/ppt/slideLayouts/slideLayout8.xml" Id="Rb1061e4e6a89475b" /><Relationship Type="http://schemas.openxmlformats.org/officeDocument/2006/relationships/hyperlink" Target="https://app.powerbi.com/groups/me/reports/b57e451e-7a65-4437-bc2b-0a6aa1d83bff/?pbi_source=PowerPoint" TargetMode="External" Id="RelId0" /><Relationship Type="http://schemas.openxmlformats.org/officeDocument/2006/relationships/image" Target="/ppt/media/image4.png" Id="imgId4252103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52fec88ac7714ca8" /><Relationship Type="http://schemas.openxmlformats.org/officeDocument/2006/relationships/slideLayout" Target="/ppt/slideLayouts/slideLayout8.xml" Id="R9e245e35dce24ca2" /><Relationship Type="http://schemas.openxmlformats.org/officeDocument/2006/relationships/hyperlink" Target="https://app.powerbi.com/groups/me/reports/b57e451e-7a65-4437-bc2b-0a6aa1d83bff/?pbi_source=PowerPoint" TargetMode="External" Id="RelId1" /><Relationship Type="http://schemas.openxmlformats.org/officeDocument/2006/relationships/image" Target="/ppt/media/image5.png" Id="imgId4252103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de823489d30b4e8a" /><Relationship Type="http://schemas.openxmlformats.org/officeDocument/2006/relationships/slideLayout" Target="/ppt/slideLayouts/slideLayout8.xml" Id="Rc68da8487590423c" /><Relationship Type="http://schemas.openxmlformats.org/officeDocument/2006/relationships/hyperlink" Target="https://app.powerbi.com/groups/me/reports/b57e451e-7a65-4437-bc2b-0a6aa1d83bff/?pbi_source=PowerPoint" TargetMode="External" Id="RelId2" /><Relationship Type="http://schemas.openxmlformats.org/officeDocument/2006/relationships/image" Target="/ppt/media/image6.png" Id="imgId425210312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E-commerce_fixed (1) (1)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5/7/2026 5:52:29 PM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5/7/2026 5:46:50 PM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ctionButton ,actionButton ,pivotTable ,image ,cardVisual ,cardVisual ,Purchase Funnel: Stage-by-Stage Conversion Rates ,iiiiiiiiii ,image ,image ,imag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2521031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104775"/>
            <a:ext cx="12192000" cy="6638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lusteredColumnChart ,donutChart ,actionButton ,actionButton ,tableEx ,advancedSlicerVisual ,advancedSlicerVisual ,image ,imag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252103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104775"/>
            <a:ext cx="12192000" cy="6638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Preformance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cardVisual ,pivotTable ,pieChart ,pivotTable ,actionButton ,actionButton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2521031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104775"/>
            <a:ext cx="12192000" cy="6638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Drop Reason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